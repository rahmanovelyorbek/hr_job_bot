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64373" y="-47304"/>
            <a:ext cx="8915399" cy="2262781"/>
          </a:xfrm>
        </p:spPr>
        <p:txBody>
          <a:bodyPr/>
          <a:lstStyle/>
          <a:p>
            <a:r>
              <a:rPr lang="en-US" dirty="0" err="1" smtClean="0"/>
              <a:t>Magnit</a:t>
            </a:r>
            <a:r>
              <a:rPr lang="en-US" dirty="0" smtClean="0"/>
              <a:t> </a:t>
            </a:r>
            <a:r>
              <a:rPr lang="en-US" dirty="0" err="1" smtClean="0"/>
              <a:t>kuchi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11133" y="2870202"/>
            <a:ext cx="8915399" cy="366993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TAYYORLADI: XALMUXAMMATOVA MOHINUR, G`ULOMQODIROVA MADINA</a:t>
            </a:r>
          </a:p>
          <a:p>
            <a:r>
              <a:rPr lang="en-US" sz="2800" dirty="0" smtClean="0"/>
              <a:t>FAN : TABIIY FAN </a:t>
            </a:r>
          </a:p>
          <a:p>
            <a:r>
              <a:rPr lang="en-US" sz="2800" dirty="0" smtClean="0"/>
              <a:t>SINF : 5-” 02”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395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NIMA?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78428" y="1653700"/>
            <a:ext cx="778392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nikel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kobaltni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tortuvchi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jism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ta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mavjud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Shimoliy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Janubiy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tabiiy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yoki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sun’iy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bo‘lishi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mumkin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749" y="4493623"/>
            <a:ext cx="3568337" cy="18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5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KUCHI NIMA?</a:t>
            </a:r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422263" y="1588198"/>
            <a:ext cx="1060194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kuchi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magnitning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boshqa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jismlarga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ta’sir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etish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kuchidir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jismlarni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tortadi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kuchi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masofaga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bog‘liq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233" y="2747536"/>
            <a:ext cx="4226961" cy="37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QUTBLARI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329441" y="1718828"/>
            <a:ext cx="711444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xil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qutblar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itaradi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(N–N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yoki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S–S).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xil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qutblar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tortadi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(N–S).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bo‘lsak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ham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ikkita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qutb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saqlanadi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239" y="3308503"/>
            <a:ext cx="4267796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6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MAYDONI?</a:t>
            </a:r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207159" y="1482364"/>
            <a:ext cx="537078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atrofida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ko‘rinmas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maydon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mavjud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maydoni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deb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ataladi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kuchi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maydon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orqali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ta’sir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qiladi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86" y="3929743"/>
            <a:ext cx="3648891" cy="273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2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TURLARI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41166" y="1905000"/>
            <a:ext cx="8915400" cy="3777622"/>
          </a:xfrm>
        </p:spPr>
        <p:txBody>
          <a:bodyPr>
            <a:noAutofit/>
          </a:bodyPr>
          <a:lstStyle/>
          <a:p>
            <a:r>
              <a:rPr lang="en-US" sz="2400" dirty="0" err="1"/>
              <a:t>Magnitlar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Doimiy</a:t>
            </a:r>
            <a:r>
              <a:rPr lang="en-US" sz="2400" dirty="0"/>
              <a:t> </a:t>
            </a:r>
            <a:r>
              <a:rPr lang="en-US" sz="2400" dirty="0" err="1"/>
              <a:t>magnit</a:t>
            </a:r>
            <a:endParaRPr lang="en-US" sz="2400" dirty="0"/>
          </a:p>
          <a:p>
            <a:r>
              <a:rPr lang="en-US" sz="2400" dirty="0" err="1"/>
              <a:t>Elektromagnit</a:t>
            </a:r>
            <a:endParaRPr lang="en-US" sz="2400" dirty="0"/>
          </a:p>
          <a:p>
            <a:r>
              <a:rPr lang="en-US" sz="2400" dirty="0" err="1"/>
              <a:t>Tabiiy</a:t>
            </a:r>
            <a:r>
              <a:rPr lang="en-US" sz="2400" dirty="0"/>
              <a:t> </a:t>
            </a:r>
            <a:r>
              <a:rPr lang="en-US" sz="2400" dirty="0" err="1" smtClean="0"/>
              <a:t>magnit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/>
              <a:t>Misollar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taqa</a:t>
            </a:r>
            <a:r>
              <a:rPr lang="en-US" sz="2400" dirty="0"/>
              <a:t> </a:t>
            </a:r>
            <a:r>
              <a:rPr lang="en-US" sz="2400" dirty="0" err="1"/>
              <a:t>magnit</a:t>
            </a:r>
            <a:endParaRPr lang="en-US" sz="2400" dirty="0"/>
          </a:p>
          <a:p>
            <a:r>
              <a:rPr lang="en-US" sz="2400" dirty="0" err="1"/>
              <a:t>tayoqcha</a:t>
            </a:r>
            <a:r>
              <a:rPr lang="en-US" sz="2400" dirty="0"/>
              <a:t> </a:t>
            </a:r>
            <a:r>
              <a:rPr lang="en-US" sz="2400" dirty="0" err="1"/>
              <a:t>magnit</a:t>
            </a:r>
            <a:endParaRPr lang="en-US" sz="2400" dirty="0"/>
          </a:p>
          <a:p>
            <a:r>
              <a:rPr lang="en-US" sz="2400" dirty="0" err="1"/>
              <a:t>halqa</a:t>
            </a:r>
            <a:r>
              <a:rPr lang="en-US" sz="2400" dirty="0"/>
              <a:t> </a:t>
            </a:r>
            <a:r>
              <a:rPr lang="en-US" sz="2400" dirty="0" err="1"/>
              <a:t>magnit</a:t>
            </a:r>
            <a:endParaRPr lang="en-US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970" y="2523310"/>
            <a:ext cx="5256642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011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ELEKTRO MAGNITLAR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8550" y="1744953"/>
            <a:ext cx="893090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o‘tganda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hosil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bo‘ladigan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elektromagnit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Elektr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o‘chsa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magnitlik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ham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yo‘qoladi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Zavodlarda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ishlatiladi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339" y="3485459"/>
            <a:ext cx="3753638" cy="313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2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 KUCHINING QO`LLANISHI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Magnit</a:t>
            </a:r>
            <a:r>
              <a:rPr lang="en-US" dirty="0"/>
              <a:t> </a:t>
            </a:r>
            <a:r>
              <a:rPr lang="en-US" dirty="0" err="1"/>
              <a:t>kuchi</a:t>
            </a:r>
            <a:r>
              <a:rPr lang="en-US" dirty="0"/>
              <a:t> </a:t>
            </a:r>
            <a:r>
              <a:rPr lang="en-US" dirty="0" err="1"/>
              <a:t>ishlatiladi</a:t>
            </a:r>
            <a:r>
              <a:rPr lang="en-US" dirty="0"/>
              <a:t>:</a:t>
            </a:r>
          </a:p>
          <a:p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motorlarda</a:t>
            </a:r>
            <a:endParaRPr lang="en-US" dirty="0"/>
          </a:p>
          <a:p>
            <a:r>
              <a:rPr lang="en-US" dirty="0" err="1"/>
              <a:t>Kompasda</a:t>
            </a:r>
            <a:endParaRPr lang="en-US" dirty="0"/>
          </a:p>
          <a:p>
            <a:r>
              <a:rPr lang="en-US" dirty="0" err="1"/>
              <a:t>Dinamik</a:t>
            </a:r>
            <a:r>
              <a:rPr lang="en-US" dirty="0"/>
              <a:t> (</a:t>
            </a:r>
            <a:r>
              <a:rPr lang="en-US" dirty="0" err="1"/>
              <a:t>kolonka</a:t>
            </a:r>
            <a:r>
              <a:rPr lang="en-US" dirty="0"/>
              <a:t>)</a:t>
            </a:r>
            <a:r>
              <a:rPr lang="en-US" dirty="0" err="1"/>
              <a:t>larda</a:t>
            </a:r>
            <a:endParaRPr lang="en-US" dirty="0"/>
          </a:p>
          <a:p>
            <a:r>
              <a:rPr lang="en-US" dirty="0" err="1"/>
              <a:t>Metall</a:t>
            </a:r>
            <a:r>
              <a:rPr lang="en-US" dirty="0"/>
              <a:t> </a:t>
            </a:r>
            <a:r>
              <a:rPr lang="en-US" dirty="0" err="1"/>
              <a:t>ko‘taruvchi</a:t>
            </a:r>
            <a:r>
              <a:rPr lang="en-US" dirty="0"/>
              <a:t> </a:t>
            </a:r>
            <a:r>
              <a:rPr lang="en-US" dirty="0" err="1"/>
              <a:t>kranlarda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629" y="3053722"/>
            <a:ext cx="381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0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QIZIQARLI FAKTLAR</a:t>
            </a: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3172686" y="1478449"/>
            <a:ext cx="69363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Yerning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o‘zi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ulkan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magnit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hisoblanadi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Kompas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Yer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magnit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maydoni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yordamida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ishlaydi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Magnit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kuchi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kosmosda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ham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mavjud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208" y="2900063"/>
            <a:ext cx="5485119" cy="36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0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XULOSA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37555" y="1654628"/>
            <a:ext cx="8915400" cy="3777622"/>
          </a:xfrm>
        </p:spPr>
        <p:txBody>
          <a:bodyPr/>
          <a:lstStyle/>
          <a:p>
            <a:r>
              <a:rPr lang="en-US" dirty="0" err="1"/>
              <a:t>Magnit</a:t>
            </a:r>
            <a:r>
              <a:rPr lang="en-US" dirty="0"/>
              <a:t> </a:t>
            </a:r>
            <a:r>
              <a:rPr lang="en-US" dirty="0" err="1"/>
              <a:t>kuchi</a:t>
            </a:r>
            <a:r>
              <a:rPr lang="en-US" dirty="0"/>
              <a:t> </a:t>
            </a:r>
            <a:r>
              <a:rPr lang="en-US" dirty="0" err="1"/>
              <a:t>tabiatdagi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kuchlardan</a:t>
            </a:r>
            <a:r>
              <a:rPr lang="en-US" dirty="0"/>
              <a:t> </a:t>
            </a:r>
            <a:r>
              <a:rPr lang="en-US" dirty="0" err="1"/>
              <a:t>biridir</a:t>
            </a:r>
            <a:r>
              <a:rPr lang="en-US" dirty="0"/>
              <a:t>.</a:t>
            </a:r>
          </a:p>
          <a:p>
            <a:r>
              <a:rPr lang="en-US" dirty="0" err="1"/>
              <a:t>Magnit</a:t>
            </a:r>
            <a:r>
              <a:rPr lang="en-US" dirty="0"/>
              <a:t> </a:t>
            </a:r>
            <a:r>
              <a:rPr lang="en-US" dirty="0" err="1"/>
              <a:t>maydoni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ta’sir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</a:t>
            </a:r>
          </a:p>
          <a:p>
            <a:r>
              <a:rPr lang="en-US" dirty="0" err="1"/>
              <a:t>Texnika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hayotimizda</a:t>
            </a:r>
            <a:r>
              <a:rPr lang="en-US" dirty="0"/>
              <a:t> </a:t>
            </a:r>
            <a:r>
              <a:rPr lang="en-US" dirty="0" err="1"/>
              <a:t>keng</a:t>
            </a:r>
            <a:r>
              <a:rPr lang="en-US" dirty="0"/>
              <a:t> </a:t>
            </a:r>
            <a:r>
              <a:rPr lang="en-US" dirty="0" err="1"/>
              <a:t>qo‘llaniladi</a:t>
            </a:r>
            <a:r>
              <a:rPr lang="en-US" dirty="0"/>
              <a:t>.</a:t>
            </a:r>
          </a:p>
          <a:p>
            <a:r>
              <a:rPr lang="en-US" b="1" dirty="0" err="1"/>
              <a:t>E’tiboringiz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</a:t>
            </a:r>
            <a:r>
              <a:rPr lang="en-US" b="1" dirty="0" err="1"/>
              <a:t>rahmat</a:t>
            </a:r>
            <a:r>
              <a:rPr lang="en-US" b="1" dirty="0"/>
              <a:t>!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931" y="3054531"/>
            <a:ext cx="3638006" cy="363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8406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</TotalTime>
  <Words>225</Words>
  <Application>Microsoft Office PowerPoint</Application>
  <PresentationFormat>Широкоэкранный</PresentationFormat>
  <Paragraphs>51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Легкий дым</vt:lpstr>
      <vt:lpstr>Magnit kuchi</vt:lpstr>
      <vt:lpstr>MAGNIT NIMA?</vt:lpstr>
      <vt:lpstr>MAGNIT KUCHI NIMA?</vt:lpstr>
      <vt:lpstr>MAGNIT QUTBLARI</vt:lpstr>
      <vt:lpstr>MAGNIT MAYDONI?</vt:lpstr>
      <vt:lpstr>MAGNIT TURLARI</vt:lpstr>
      <vt:lpstr>ELEKTRO MAGNITLAR</vt:lpstr>
      <vt:lpstr>MAGNIT KUCHINING QO`LLANISHI</vt:lpstr>
      <vt:lpstr>QIZIQARLI FAKTLAR</vt:lpstr>
      <vt:lpstr>XULOSA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Magnit kuchi</dc:title>
  <dc:creator>55555</dc:creator>
  <cp:lastModifiedBy>55555</cp:lastModifiedBy>
  <cp:revision>5</cp:revision>
  <dcterms:created xsi:type="dcterms:W3CDTF">2026-02-26T00:40:55Z</dcterms:created>
  <dcterms:modified xsi:type="dcterms:W3CDTF">2026-02-26T01:25:53Z</dcterms:modified>
</cp:coreProperties>
</file>